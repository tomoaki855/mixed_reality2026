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58"/>
  </p:normalViewPr>
  <p:slideViewPr>
    <p:cSldViewPr snapToGrid="0">
      <p:cViewPr>
        <p:scale>
          <a:sx n="87" d="100"/>
          <a:sy n="87" d="100"/>
        </p:scale>
        <p:origin x="2080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1B2D63-1D76-3146-9BAC-EB046367107A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6C456D-AF97-9142-A966-C23979003C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4314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C456D-AF97-9142-A966-C23979003C89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1003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084E4D-3446-7202-8AF6-049C29E25A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10F1970-1BBD-5E2D-5F77-61EB0AE3AC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C2F6F8-BBB2-432D-84F3-ACC62CD7E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3C2D9-ADBB-6349-903E-9DEEEC1DEE65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DDE179-DC61-EB6A-1E92-2610EE94C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CD8170-EBB6-788A-50F1-AA2236E6C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3B83E-D835-A540-B1EC-C92EAF5013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0777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64CBA2-A0FC-BF6A-8FB7-6275DCA9E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F18985-DD22-949F-1CE2-8E5E1DCB9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DA0A32-C08B-6F7D-1672-F990F9857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3C2D9-ADBB-6349-903E-9DEEEC1DEE65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DD3A6E-FABE-4F37-66F4-7E5CE379D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1C9388-290E-DC81-2366-E0FA28A5E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3B83E-D835-A540-B1EC-C92EAF5013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1907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6E5FF7-E4A6-DE24-F7B7-5FC2E46C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D6E2BED-449E-74C6-26EC-6581C52D4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4ECB87-C067-C488-A260-CB5116177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3C2D9-ADBB-6349-903E-9DEEEC1DEE65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6B2DC9-1123-0D56-7DF0-40BA39106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704978-AF20-0E0A-4831-71DBAC1C4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3B83E-D835-A540-B1EC-C92EAF5013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237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DF0066-687E-E70F-1F3C-38D853C5C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9DA1D5-955C-11A1-E7EC-EAD8602A0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0068548-65FA-6B18-7D03-FB4B2F2DF9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4A3D507-33D4-4222-6EA6-43273D590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3C2D9-ADBB-6349-903E-9DEEEC1DEE65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9C5221A-8A81-9C78-AF3D-5695AD19B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71E52A8-12A3-B710-8AE8-F7015BA94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3B83E-D835-A540-B1EC-C92EAF5013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9114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CDBC5F-EA82-8072-143C-042DD7F33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4671EF3-89DB-0039-966E-E7BC4992D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F2FAAC8-0BA5-2C45-BA0A-455764C2C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23E53F9-C1B2-8CD5-3BA2-1A9B4CFFDD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3BAF768-5471-4E65-7DD9-A1B3B320C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7420233-34CB-15C0-5F4A-AAC891A81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3C2D9-ADBB-6349-903E-9DEEEC1DEE65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BEAF63C-C164-8D3E-D846-8A6593DFE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5876731-2F28-1170-A8DB-B3ADC4458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3B83E-D835-A540-B1EC-C92EAF5013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9801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4FDCED-0DEF-71D7-0A0C-A3EB2FBEB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A84E123-061B-4FD4-BED6-AA2671287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3C2D9-ADBB-6349-903E-9DEEEC1DEE65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848705C-8D9B-D376-E80E-E1C8CCA2C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B33F04E-E408-DDA1-F3E4-CD49B1E30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3B83E-D835-A540-B1EC-C92EAF5013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6707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1CC1BCC-AE1B-8C27-1BCC-607BBA790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3C2D9-ADBB-6349-903E-9DEEEC1DEE65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7AB8BD7-79DD-65C2-BD3F-64B6B3F13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8F1A22C-B0E6-5355-2FD1-6E27F0E1F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3B83E-D835-A540-B1EC-C92EAF5013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8671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39F016-6477-5F2A-F63E-DC5D4B308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31502A-6586-3245-7C0C-050837384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D78D252-E833-C0AC-4BC2-84F52001A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D7D4A4-C950-DFE9-406B-FB4685FCD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3C2D9-ADBB-6349-903E-9DEEEC1DEE65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2DFBC45-3E42-7FFD-270A-4E0C68E09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1F80B94-B1A4-2864-463B-E400487E1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3B83E-D835-A540-B1EC-C92EAF5013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3932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07DF60-E127-1620-A054-C9805E7DA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AF6C883-D195-DF80-A739-BB8B7456AF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D2336BF-E68D-0891-EBE5-4667FEF02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BD645A3-33DA-A24D-108A-06A29FBCF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3C2D9-ADBB-6349-903E-9DEEEC1DEE65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8FC6D72-00A7-192F-EB4A-137105028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E0A4B18-7F38-66BB-4046-A5434FB3C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3B83E-D835-A540-B1EC-C92EAF5013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9927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5F249E-3D5B-1B14-20AA-ABE1A1176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630931F-76E3-7DEF-76FC-4C55319CB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EF7D9B-9B51-6F4D-CB34-34910F69D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3C2D9-ADBB-6349-903E-9DEEEC1DEE65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FDF421-FEDB-8DB5-853D-D54FAE897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35E8C3-0D99-A4C0-1E4B-F532BF76E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3B83E-D835-A540-B1EC-C92EAF5013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351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F343916-A583-C92B-0F78-2F0DDBCB2A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4149ED1-EDE7-EFB8-5B18-C68CAC2FA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705D6E-69F4-E705-AA04-C7CEF932D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3C2D9-ADBB-6349-903E-9DEEEC1DEE65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3380FE-6C57-48A7-82D8-BFD9F8CC9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AA2BB7-5563-6E3C-E2A2-28B55D328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3B83E-D835-A540-B1EC-C92EAF5013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541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D557EF5-AB31-515C-66FC-D4933D5CC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D65D6C6-6DF2-0693-67E7-00240CEF2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B2B5D8-4E52-B348-4AEC-225F16E79B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73C2D9-ADBB-6349-903E-9DEEEC1DEE65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B6B438-782B-7A2A-A171-72D3B8A1CE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16C4EA-8FCB-D43D-EA0A-CE3C81EE0E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83B83E-D835-A540-B1EC-C92EAF5013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9984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F5515CA-BF49-FE00-2B0B-2A98661C41F3}"/>
              </a:ext>
            </a:extLst>
          </p:cNvPr>
          <p:cNvSpPr/>
          <p:nvPr/>
        </p:nvSpPr>
        <p:spPr>
          <a:xfrm>
            <a:off x="1" y="1362740"/>
            <a:ext cx="1913860" cy="93566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RGB Camera</a:t>
            </a:r>
          </a:p>
          <a:p>
            <a:pPr algn="ctr"/>
            <a:r>
              <a:rPr lang="en-US" altLang="ja-JP" dirty="0"/>
              <a:t>Right</a:t>
            </a:r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7091090-2786-05D1-C61F-D7D883AA49B0}"/>
              </a:ext>
            </a:extLst>
          </p:cNvPr>
          <p:cNvSpPr/>
          <p:nvPr/>
        </p:nvSpPr>
        <p:spPr>
          <a:xfrm>
            <a:off x="2193849" y="232144"/>
            <a:ext cx="2110562" cy="31968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Pose Estimation</a:t>
            </a:r>
          </a:p>
          <a:p>
            <a:pPr algn="ctr"/>
            <a:r>
              <a:rPr lang="en-US" altLang="ja-JP" dirty="0"/>
              <a:t>(</a:t>
            </a:r>
            <a:r>
              <a:rPr lang="en-US" altLang="ja-JP" dirty="0" err="1"/>
              <a:t>MediaPipe</a:t>
            </a:r>
            <a:r>
              <a:rPr lang="en-US" altLang="ja-JP" dirty="0"/>
              <a:t> Pose)</a:t>
            </a:r>
          </a:p>
          <a:p>
            <a:pPr algn="ctr"/>
            <a:r>
              <a:rPr lang="ja-JP" altLang="en-US"/>
              <a:t>↓</a:t>
            </a:r>
            <a:endParaRPr lang="en-US" altLang="ja-JP" dirty="0"/>
          </a:p>
          <a:p>
            <a:pPr algn="ctr"/>
            <a:r>
              <a:rPr lang="en-US" altLang="ja-JP" dirty="0"/>
              <a:t>3D Skeleton</a:t>
            </a:r>
            <a:endParaRPr kumimoji="1" lang="en-US" altLang="ja-JP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DC8224F-EA69-506F-8BA4-6B7BAFDC9DBA}"/>
              </a:ext>
            </a:extLst>
          </p:cNvPr>
          <p:cNvSpPr/>
          <p:nvPr/>
        </p:nvSpPr>
        <p:spPr>
          <a:xfrm>
            <a:off x="1" y="2493336"/>
            <a:ext cx="1913860" cy="93566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RGB Camera</a:t>
            </a:r>
          </a:p>
          <a:p>
            <a:pPr algn="ctr"/>
            <a:r>
              <a:rPr kumimoji="1" lang="en-US" altLang="ja-JP" dirty="0"/>
              <a:t>Left</a:t>
            </a:r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1F3203E-7C54-11DB-3D2B-B4F7D7D12BE5}"/>
              </a:ext>
            </a:extLst>
          </p:cNvPr>
          <p:cNvSpPr/>
          <p:nvPr/>
        </p:nvSpPr>
        <p:spPr>
          <a:xfrm>
            <a:off x="0" y="232144"/>
            <a:ext cx="1913860" cy="93566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RGB Camera</a:t>
            </a:r>
          </a:p>
          <a:p>
            <a:pPr algn="ctr"/>
            <a:r>
              <a:rPr kumimoji="1" lang="en-US" altLang="ja-JP" dirty="0"/>
              <a:t>Front</a:t>
            </a:r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C17AB1C-F62C-8596-851C-D3A2E5E6B3A2}"/>
              </a:ext>
            </a:extLst>
          </p:cNvPr>
          <p:cNvSpPr/>
          <p:nvPr/>
        </p:nvSpPr>
        <p:spPr>
          <a:xfrm>
            <a:off x="4584402" y="232144"/>
            <a:ext cx="2681388" cy="31968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Training Analysis</a:t>
            </a:r>
          </a:p>
          <a:p>
            <a:pPr algn="ctr"/>
            <a:endParaRPr kumimoji="1" lang="en-US" altLang="ja-JP" dirty="0"/>
          </a:p>
          <a:p>
            <a:pPr algn="ctr"/>
            <a:r>
              <a:rPr lang="en" altLang="ja-JP" dirty="0"/>
              <a:t>• Form evaluation</a:t>
            </a:r>
          </a:p>
          <a:p>
            <a:pPr algn="ctr"/>
            <a:r>
              <a:rPr lang="en" altLang="ja-JP" dirty="0"/>
              <a:t>• Joint angle</a:t>
            </a:r>
          </a:p>
          <a:p>
            <a:pPr algn="ctr"/>
            <a:r>
              <a:rPr lang="en" altLang="ja-JP" dirty="0"/>
              <a:t>• Back posture</a:t>
            </a:r>
          </a:p>
          <a:p>
            <a:pPr algn="ctr"/>
            <a:r>
              <a:rPr lang="en" altLang="ja-JP" dirty="0"/>
              <a:t>• Bar trajectory</a:t>
            </a:r>
          </a:p>
          <a:p>
            <a:pPr algn="ctr"/>
            <a:r>
              <a:rPr lang="en" altLang="ja-JP" dirty="0"/>
              <a:t>• Repetition counting</a:t>
            </a:r>
          </a:p>
          <a:p>
            <a:pPr algn="ctr"/>
            <a:r>
              <a:rPr lang="en" altLang="ja-JP" dirty="0"/>
              <a:t>• Exercise speed</a:t>
            </a:r>
          </a:p>
          <a:p>
            <a:pPr algn="ctr"/>
            <a:r>
              <a:rPr lang="en" altLang="ja-JP" dirty="0"/>
              <a:t>• Range of motion</a:t>
            </a:r>
          </a:p>
          <a:p>
            <a:pPr algn="ctr"/>
            <a:r>
              <a:rPr lang="en" altLang="ja-JP" dirty="0"/>
              <a:t>• Fatigue estimation</a:t>
            </a:r>
            <a:endParaRPr lang="en-US" altLang="ja-JP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93FC427-2378-E587-84ED-A2C86295A410}"/>
              </a:ext>
            </a:extLst>
          </p:cNvPr>
          <p:cNvSpPr/>
          <p:nvPr/>
        </p:nvSpPr>
        <p:spPr>
          <a:xfrm>
            <a:off x="7545781" y="232144"/>
            <a:ext cx="2369079" cy="31968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MR Visualization</a:t>
            </a:r>
          </a:p>
          <a:p>
            <a:pPr algn="ctr"/>
            <a:endParaRPr kumimoji="1" lang="en-US" altLang="ja-JP" dirty="0"/>
          </a:p>
          <a:p>
            <a:pPr algn="ctr"/>
            <a:r>
              <a:rPr lang="ja-JP" altLang="en-US"/>
              <a:t>・</a:t>
            </a:r>
            <a:r>
              <a:rPr lang="en-US" altLang="ja-JP" dirty="0"/>
              <a:t>Ideal skeleton</a:t>
            </a:r>
          </a:p>
          <a:p>
            <a:pPr algn="ctr"/>
            <a:r>
              <a:rPr kumimoji="1" lang="ja-JP" altLang="en-US"/>
              <a:t>・</a:t>
            </a:r>
            <a:r>
              <a:rPr kumimoji="1" lang="en-US" altLang="ja-JP" dirty="0"/>
              <a:t>Warning</a:t>
            </a:r>
          </a:p>
          <a:p>
            <a:pPr algn="ctr"/>
            <a:r>
              <a:rPr lang="ja-JP" altLang="en-US"/>
              <a:t>・</a:t>
            </a:r>
            <a:r>
              <a:rPr lang="en-US" altLang="ja-JP" dirty="0"/>
              <a:t>Exercise statistics</a:t>
            </a:r>
            <a:endParaRPr kumimoji="1" lang="en-US" altLang="ja-JP" dirty="0"/>
          </a:p>
          <a:p>
            <a:pPr algn="ctr"/>
            <a:r>
              <a:rPr lang="ja-JP" altLang="en-US"/>
              <a:t>・</a:t>
            </a:r>
            <a:r>
              <a:rPr lang="en-US" altLang="ja-JP" dirty="0"/>
              <a:t>Voice guidance</a:t>
            </a:r>
            <a:endParaRPr kumimoji="1" lang="en-US" altLang="ja-JP" dirty="0"/>
          </a:p>
        </p:txBody>
      </p:sp>
      <p:sp>
        <p:nvSpPr>
          <p:cNvPr id="10" name="右矢印 9">
            <a:extLst>
              <a:ext uri="{FF2B5EF4-FFF2-40B4-BE49-F238E27FC236}">
                <a16:creationId xmlns:a16="http://schemas.microsoft.com/office/drawing/2014/main" id="{34F729CA-5DAF-FDB0-E96C-C25BF709ED4F}"/>
              </a:ext>
            </a:extLst>
          </p:cNvPr>
          <p:cNvSpPr/>
          <p:nvPr/>
        </p:nvSpPr>
        <p:spPr>
          <a:xfrm>
            <a:off x="1954617" y="604282"/>
            <a:ext cx="198475" cy="191388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右矢印 10">
            <a:extLst>
              <a:ext uri="{FF2B5EF4-FFF2-40B4-BE49-F238E27FC236}">
                <a16:creationId xmlns:a16="http://schemas.microsoft.com/office/drawing/2014/main" id="{70C9BDF4-9540-EEC5-1139-20F8C2506F75}"/>
              </a:ext>
            </a:extLst>
          </p:cNvPr>
          <p:cNvSpPr/>
          <p:nvPr/>
        </p:nvSpPr>
        <p:spPr>
          <a:xfrm>
            <a:off x="1954617" y="1734878"/>
            <a:ext cx="198475" cy="191388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右矢印 11">
            <a:extLst>
              <a:ext uri="{FF2B5EF4-FFF2-40B4-BE49-F238E27FC236}">
                <a16:creationId xmlns:a16="http://schemas.microsoft.com/office/drawing/2014/main" id="{56F0AAA8-03D0-C6F6-2AAD-10F7B5EBA8A8}"/>
              </a:ext>
            </a:extLst>
          </p:cNvPr>
          <p:cNvSpPr/>
          <p:nvPr/>
        </p:nvSpPr>
        <p:spPr>
          <a:xfrm>
            <a:off x="1954617" y="2865474"/>
            <a:ext cx="198475" cy="191388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右矢印 12">
            <a:extLst>
              <a:ext uri="{FF2B5EF4-FFF2-40B4-BE49-F238E27FC236}">
                <a16:creationId xmlns:a16="http://schemas.microsoft.com/office/drawing/2014/main" id="{A173A1EE-0B5B-1FD4-1ACF-55D8F608E60F}"/>
              </a:ext>
            </a:extLst>
          </p:cNvPr>
          <p:cNvSpPr/>
          <p:nvPr/>
        </p:nvSpPr>
        <p:spPr>
          <a:xfrm>
            <a:off x="4345168" y="1734878"/>
            <a:ext cx="198475" cy="1913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右矢印 13">
            <a:extLst>
              <a:ext uri="{FF2B5EF4-FFF2-40B4-BE49-F238E27FC236}">
                <a16:creationId xmlns:a16="http://schemas.microsoft.com/office/drawing/2014/main" id="{7A2F5D89-A985-5B88-94D4-88C0CB9C20FC}"/>
              </a:ext>
            </a:extLst>
          </p:cNvPr>
          <p:cNvSpPr/>
          <p:nvPr/>
        </p:nvSpPr>
        <p:spPr>
          <a:xfrm>
            <a:off x="7306548" y="1734878"/>
            <a:ext cx="198475" cy="1913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右矢印 14">
            <a:extLst>
              <a:ext uri="{FF2B5EF4-FFF2-40B4-BE49-F238E27FC236}">
                <a16:creationId xmlns:a16="http://schemas.microsoft.com/office/drawing/2014/main" id="{E72BC3AA-1DB9-DB19-828F-9F7A171389B2}"/>
              </a:ext>
            </a:extLst>
          </p:cNvPr>
          <p:cNvSpPr/>
          <p:nvPr/>
        </p:nvSpPr>
        <p:spPr>
          <a:xfrm>
            <a:off x="9953222" y="1734878"/>
            <a:ext cx="198475" cy="1913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BC9CFD8-648A-DD20-7D33-104D4CDE70A8}"/>
              </a:ext>
            </a:extLst>
          </p:cNvPr>
          <p:cNvSpPr/>
          <p:nvPr/>
        </p:nvSpPr>
        <p:spPr>
          <a:xfrm>
            <a:off x="10190059" y="1362740"/>
            <a:ext cx="1795542" cy="935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User</a:t>
            </a:r>
          </a:p>
          <a:p>
            <a:pPr algn="ctr"/>
            <a:r>
              <a:rPr lang="en-US" altLang="ja-JP" dirty="0"/>
              <a:t>(AR Glasses)</a:t>
            </a:r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BF08501-BB6B-3C83-9840-C566A31E86B4}"/>
              </a:ext>
            </a:extLst>
          </p:cNvPr>
          <p:cNvSpPr/>
          <p:nvPr/>
        </p:nvSpPr>
        <p:spPr>
          <a:xfrm>
            <a:off x="0" y="3815630"/>
            <a:ext cx="1913860" cy="93566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Input</a:t>
            </a:r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E8D1D76-1119-C2C9-37C8-F1E6D3D63C31}"/>
              </a:ext>
            </a:extLst>
          </p:cNvPr>
          <p:cNvSpPr/>
          <p:nvPr/>
        </p:nvSpPr>
        <p:spPr>
          <a:xfrm>
            <a:off x="2193848" y="3815630"/>
            <a:ext cx="7721012" cy="935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Processing</a:t>
            </a:r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608FDA5-E0C8-B468-7480-BE0B8566A453}"/>
              </a:ext>
            </a:extLst>
          </p:cNvPr>
          <p:cNvSpPr/>
          <p:nvPr/>
        </p:nvSpPr>
        <p:spPr>
          <a:xfrm>
            <a:off x="10190059" y="3815630"/>
            <a:ext cx="1795542" cy="935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Output</a:t>
            </a:r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837B7F2D-9C25-7ED6-98BF-8BD4ED50666B}"/>
              </a:ext>
            </a:extLst>
          </p:cNvPr>
          <p:cNvSpPr/>
          <p:nvPr/>
        </p:nvSpPr>
        <p:spPr>
          <a:xfrm>
            <a:off x="5879490" y="5046511"/>
            <a:ext cx="1526295" cy="73692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Ideal Form</a:t>
            </a:r>
          </a:p>
          <a:p>
            <a:pPr algn="ctr"/>
            <a:r>
              <a:rPr lang="en-US" altLang="ja-JP" sz="1400" dirty="0"/>
              <a:t>Database</a:t>
            </a:r>
            <a:endParaRPr kumimoji="1" lang="ja-JP" altLang="en-US" sz="1400"/>
          </a:p>
        </p:txBody>
      </p:sp>
      <p:sp>
        <p:nvSpPr>
          <p:cNvPr id="24" name="右矢印 23">
            <a:extLst>
              <a:ext uri="{FF2B5EF4-FFF2-40B4-BE49-F238E27FC236}">
                <a16:creationId xmlns:a16="http://schemas.microsoft.com/office/drawing/2014/main" id="{1846184A-9CFF-2B91-299B-AB99B5911D5B}"/>
              </a:ext>
            </a:extLst>
          </p:cNvPr>
          <p:cNvSpPr/>
          <p:nvPr/>
        </p:nvSpPr>
        <p:spPr>
          <a:xfrm rot="16200000">
            <a:off x="6412366" y="4156110"/>
            <a:ext cx="1506949" cy="191388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右矢印 27">
            <a:extLst>
              <a:ext uri="{FF2B5EF4-FFF2-40B4-BE49-F238E27FC236}">
                <a16:creationId xmlns:a16="http://schemas.microsoft.com/office/drawing/2014/main" id="{BA1BC3D6-E27D-1FE9-1E39-DC7C1ED33A6F}"/>
              </a:ext>
            </a:extLst>
          </p:cNvPr>
          <p:cNvSpPr/>
          <p:nvPr/>
        </p:nvSpPr>
        <p:spPr>
          <a:xfrm rot="16200000">
            <a:off x="283450" y="5384590"/>
            <a:ext cx="1346962" cy="1913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右矢印 29">
            <a:extLst>
              <a:ext uri="{FF2B5EF4-FFF2-40B4-BE49-F238E27FC236}">
                <a16:creationId xmlns:a16="http://schemas.microsoft.com/office/drawing/2014/main" id="{9B3108D5-1F83-E685-935B-8D1CC53BC417}"/>
              </a:ext>
            </a:extLst>
          </p:cNvPr>
          <p:cNvSpPr/>
          <p:nvPr/>
        </p:nvSpPr>
        <p:spPr>
          <a:xfrm rot="5400000" flipV="1">
            <a:off x="10414349" y="5384590"/>
            <a:ext cx="1346962" cy="1913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右矢印 30">
            <a:extLst>
              <a:ext uri="{FF2B5EF4-FFF2-40B4-BE49-F238E27FC236}">
                <a16:creationId xmlns:a16="http://schemas.microsoft.com/office/drawing/2014/main" id="{AF2778D8-7C77-82D0-B881-019573A2E4A3}"/>
              </a:ext>
            </a:extLst>
          </p:cNvPr>
          <p:cNvSpPr/>
          <p:nvPr/>
        </p:nvSpPr>
        <p:spPr>
          <a:xfrm rot="10800000">
            <a:off x="1008474" y="6060693"/>
            <a:ext cx="9983661" cy="1913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9983620B-6558-B8D2-7C2B-7B1E92892947}"/>
              </a:ext>
            </a:extLst>
          </p:cNvPr>
          <p:cNvSpPr/>
          <p:nvPr/>
        </p:nvSpPr>
        <p:spPr>
          <a:xfrm>
            <a:off x="5027325" y="5883617"/>
            <a:ext cx="1795542" cy="7369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Real-time</a:t>
            </a:r>
          </a:p>
          <a:p>
            <a:pPr algn="ctr"/>
            <a:r>
              <a:rPr kumimoji="1" lang="en-US" altLang="ja-JP" dirty="0"/>
              <a:t>feedback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7000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72</Words>
  <Application>Microsoft Macintosh PowerPoint</Application>
  <PresentationFormat>ワイド画面</PresentationFormat>
  <Paragraphs>36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吉田　智昭</dc:creator>
  <cp:lastModifiedBy>吉田　智昭</cp:lastModifiedBy>
  <cp:revision>1</cp:revision>
  <dcterms:created xsi:type="dcterms:W3CDTF">2026-07-27T11:43:00Z</dcterms:created>
  <dcterms:modified xsi:type="dcterms:W3CDTF">2026-07-27T12:16:06Z</dcterms:modified>
</cp:coreProperties>
</file>